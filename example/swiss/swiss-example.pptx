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sv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sv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Swiss Field Note · AI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一人公司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85800" y="48646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 AI 折叠的组织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0" y="5244084"/>
            <a:ext cx="175042" cy="352044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9354" y="4892040"/>
            <a:ext cx="175042" cy="70408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1829" y="5093208"/>
            <a:ext cx="175042" cy="5029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34303" y="4640580"/>
            <a:ext cx="175042" cy="95554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36777" y="5173675"/>
            <a:ext cx="175042" cy="422453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9251" y="4771339"/>
            <a:ext cx="175042" cy="824789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41726" y="4992624"/>
            <a:ext cx="175042" cy="603504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Thesis ·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5806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组织正在从人数问题，变成接口问题。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3968496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A0A0A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当个体能调用足够厚的技能层，公司边界会重新定义。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748272" y="1700784"/>
            <a:ext cx="388620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A0A0A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6872" y="32598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SLOT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Proof ·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3560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天里的可见结果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68680" y="4650927"/>
            <a:ext cx="2103120" cy="488001"/>
          </a:xfrm>
          <a:prstGeom prst="rect">
            <a:avLst/>
          </a:prstGeom>
          <a:solidFill>
            <a:srgbClr val="F0F0EE"/>
          </a:solidFill>
          <a:ln w="5080">
            <a:solidFill>
              <a:srgbClr val="D4D4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110K+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11880" y="4549922"/>
            <a:ext cx="2103120" cy="589006"/>
          </a:xfrm>
          <a:prstGeom prst="rect">
            <a:avLst/>
          </a:prstGeom>
          <a:solidFill>
            <a:srgbClr val="F0F0EE"/>
          </a:solidFill>
          <a:ln w="508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355080" y="4771694"/>
            <a:ext cx="2103120" cy="367234"/>
          </a:xfrm>
          <a:prstGeom prst="rect">
            <a:avLst/>
          </a:prstGeom>
          <a:solidFill>
            <a:srgbClr val="F0F0EE"/>
          </a:solidFill>
          <a:ln w="5080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982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608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098280" y="3456432"/>
            <a:ext cx="2103120" cy="1682496"/>
          </a:xfrm>
          <a:prstGeom prst="rect">
            <a:avLst/>
          </a:prstGeom>
          <a:solidFill>
            <a:srgbClr val="002FA7"/>
          </a:solidFill>
          <a:ln w="5080">
            <a:solidFill>
              <a:srgbClr val="002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Mechanism ·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3560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四个被压缩的组织环节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395728"/>
            <a:ext cx="2384298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61518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980944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3639312"/>
            <a:ext cx="201853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从资料检索到结构化判断。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08426" y="2395728"/>
            <a:ext cx="2384298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261518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980944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91306" y="3639312"/>
            <a:ext cx="201853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从审美草图到可执行规范。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03620" y="2395728"/>
            <a:ext cx="2384298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261518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86500" y="2980944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86500" y="3639312"/>
            <a:ext cx="201853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从想法描述到代码实现。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798814" y="2395728"/>
            <a:ext cx="2384298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558" y="261518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1694" y="2980944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分发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981694" y="3639312"/>
            <a:ext cx="201853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从单篇内容到多平台适配。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/ After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3560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从交接到共建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13232" y="2331720"/>
            <a:ext cx="5074920" cy="297180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633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3063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 → 开发 → 交接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33272" y="3974440"/>
            <a:ext cx="119177" cy="119177"/>
          </a:xfrm>
          <a:prstGeom prst="ellipse">
            <a:avLst/>
          </a:prstGeom>
          <a:solidFill>
            <a:srgbClr val="0A0A0A">
              <a:alpha val="86000"/>
            </a:srgbClr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0594" y="387705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文件传递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4324960"/>
            <a:ext cx="119177" cy="119177"/>
          </a:xfrm>
          <a:prstGeom prst="ellipse">
            <a:avLst/>
          </a:prstGeom>
          <a:solidFill>
            <a:srgbClr val="0A0A0A">
              <a:alpha val="86000"/>
            </a:srgbClr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0594" y="422757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像素还原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3272" y="4675480"/>
            <a:ext cx="119177" cy="119177"/>
          </a:xfrm>
          <a:prstGeom prst="ellipse">
            <a:avLst/>
          </a:prstGeom>
          <a:solidFill>
            <a:srgbClr val="0A0A0A">
              <a:alpha val="86000"/>
            </a:srgbClr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0594" y="457809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反复解释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074920" cy="297180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33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同工具 · 并行 · 共建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583680" y="3974440"/>
            <a:ext cx="119177" cy="119177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1002" y="387705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共享上下文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324960"/>
            <a:ext cx="119177" cy="119177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1002" y="422757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代理执行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675480"/>
            <a:ext cx="119177" cy="119177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1002" y="4578096"/>
            <a:ext cx="4080358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快速收敛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A0A0A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6692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一人公司：被 AI 折叠的组织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338767" y="320040"/>
            <a:ext cx="2286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技能变厚，组织变薄。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48646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 harness, fat skills.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0" y="5244084"/>
            <a:ext cx="175042" cy="352044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9354" y="4892040"/>
            <a:ext cx="175042" cy="70408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1829" y="5093208"/>
            <a:ext cx="175042" cy="5029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34303" y="4640580"/>
            <a:ext cx="175042" cy="95554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36777" y="5173675"/>
            <a:ext cx="175042" cy="422453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9251" y="4771339"/>
            <a:ext cx="175042" cy="824789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41726" y="4992624"/>
            <a:ext cx="175042" cy="603504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一个关于 AI、组织和个体的新叙事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一人公司：被 AI 折叠的组织</dc:title>
  <dc:subject>一个关于 AI、组织和个体的新叙事</dc:subject>
  <dc:creator>Presentation Team</dc:creator>
  <cp:lastModifiedBy>Presentation Team</cp:lastModifiedBy>
  <cp:revision>1</cp:revision>
  <dcterms:created xsi:type="dcterms:W3CDTF">2026-07-06T01:58:28Z</dcterms:created>
  <dcterms:modified xsi:type="dcterms:W3CDTF">2026-07-06T01:58:28Z</dcterms:modified>
</cp:coreProperties>
</file>