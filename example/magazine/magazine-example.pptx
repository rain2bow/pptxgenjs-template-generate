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杂志风 PPTX 样例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47472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1EF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Talk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389888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1EF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一人公司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13232" y="3520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1EFEA">
                    <a:alpha val="8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被 AI 折叠的组织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4617720"/>
            <a:ext cx="2926080" cy="0"/>
          </a:xfrm>
          <a:prstGeom prst="line">
            <a:avLst/>
          </a:prstGeom>
          <a:noFill/>
          <a:ln w="12700">
            <a:solidFill>
              <a:srgbClr val="F1EFEA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828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>
                    <a:alpha val="7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F1EFEA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电子杂志 × 电子墨水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杂志风 PPTX 样例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47472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Proof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过去 64 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A0A0B">
                    <a:alpha val="7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先看数字，再谈方法。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3307080" cy="0"/>
          </a:xfrm>
          <a:prstGeom prst="line">
            <a:avLst/>
          </a:prstGeom>
          <a:noFill/>
          <a:ln w="8890">
            <a:solidFill>
              <a:srgbClr val="0A0A0B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606040"/>
            <a:ext cx="3307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816352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64</a:t>
            </a:r>
            <a:pPr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天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713232" y="3401568"/>
            <a:ext cx="330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0 到现在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1792" y="2468880"/>
            <a:ext cx="3307080" cy="0"/>
          </a:xfrm>
          <a:prstGeom prst="line">
            <a:avLst/>
          </a:prstGeom>
          <a:noFill/>
          <a:ln w="8890">
            <a:solidFill>
              <a:srgbClr val="0A0A0B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1792" y="2606040"/>
            <a:ext cx="3307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1792" y="2816352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110K+</a:t>
            </a:r>
            <a:pPr indent="0" marL="0">
              <a:buNone/>
            </a:pP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431792" y="3401568"/>
            <a:ext cx="330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代码规模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0352" y="2468880"/>
            <a:ext cx="3307080" cy="0"/>
          </a:xfrm>
          <a:prstGeom prst="line">
            <a:avLst/>
          </a:prstGeom>
          <a:noFill/>
          <a:ln w="8890">
            <a:solidFill>
              <a:srgbClr val="0A0A0B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606040"/>
            <a:ext cx="3307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0352" y="2816352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608</a:t>
            </a:r>
            <a:pPr indent="0" marL="0">
              <a:buNone/>
            </a:pP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8150352" y="3401568"/>
            <a:ext cx="330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持续迭代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4069080"/>
            <a:ext cx="3307080" cy="0"/>
          </a:xfrm>
          <a:prstGeom prst="line">
            <a:avLst/>
          </a:prstGeom>
          <a:noFill/>
          <a:ln w="8890">
            <a:solidFill>
              <a:srgbClr val="0A0A0B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206240"/>
            <a:ext cx="3307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416552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</a:t>
            </a:r>
            <a:pPr indent="0" marL="0">
              <a:buNone/>
            </a:pP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713232" y="5001768"/>
            <a:ext cx="330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多平台分发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1792" y="4069080"/>
            <a:ext cx="3307080" cy="0"/>
          </a:xfrm>
          <a:prstGeom prst="line">
            <a:avLst/>
          </a:prstGeom>
          <a:noFill/>
          <a:ln w="8890">
            <a:solidFill>
              <a:srgbClr val="0A0A0B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1792" y="4206240"/>
            <a:ext cx="3307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1792" y="4416552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</a:t>
            </a:r>
            <a:pPr indent="0" marL="0">
              <a:buNone/>
            </a:pPr>
            <a:endParaRPr lang="en-US" sz="3500" dirty="0"/>
          </a:p>
        </p:txBody>
      </p:sp>
      <p:sp>
        <p:nvSpPr>
          <p:cNvPr id="26" name="Text 24"/>
          <p:cNvSpPr/>
          <p:nvPr/>
        </p:nvSpPr>
        <p:spPr>
          <a:xfrm>
            <a:off x="4431792" y="5001768"/>
            <a:ext cx="330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跨模型接入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0352" y="4069080"/>
            <a:ext cx="3307080" cy="0"/>
          </a:xfrm>
          <a:prstGeom prst="line">
            <a:avLst/>
          </a:prstGeom>
          <a:noFill/>
          <a:ln w="8890">
            <a:solidFill>
              <a:srgbClr val="0A0A0B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0352" y="4206240"/>
            <a:ext cx="3307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50352" y="4416552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5K+</a:t>
            </a:r>
            <a:pPr indent="0" marL="0">
              <a:buNone/>
            </a:pP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8150352" y="5001768"/>
            <a:ext cx="330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开源反馈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B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电子杂志 × 电子墨水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杂志风 PPTX 样例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47472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我不是程序员。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5394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0A0B">
                    <a:alpha val="8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过去十年做的是 UI 设计和 AI 特效。新的工具链让能力边界被重新折叠。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3858768"/>
            <a:ext cx="5394960" cy="1143000"/>
          </a:xfrm>
          <a:prstGeom prst="rect">
            <a:avLst/>
          </a:prstGeom>
          <a:solidFill>
            <a:srgbClr val="E8E5DE">
              <a:alpha val="55000"/>
            </a:srgbClr>
          </a:solidFill>
          <a:ln w="12700">
            <a:solidFill>
              <a:srgbClr val="0A0A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858768"/>
            <a:ext cx="0" cy="1143000"/>
          </a:xfrm>
          <a:prstGeom prst="line">
            <a:avLst/>
          </a:prstGeom>
          <a:noFill/>
          <a:ln w="25400">
            <a:solidFill>
              <a:srgbClr val="0A0A0B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9592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这东西在三年前，需要一个十人团队做一年。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1508760"/>
            <a:ext cx="4663440" cy="3474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A0A0B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136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B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16:10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510235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slot · 16:10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B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电子杂志 × 电子墨水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杂志风 PPTX 样例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47472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两条流水线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13232" y="2743200"/>
            <a:ext cx="3429000" cy="0"/>
          </a:xfrm>
          <a:prstGeom prst="line">
            <a:avLst/>
          </a:prstGeom>
          <a:noFill/>
          <a:ln w="12700">
            <a:solidFill>
              <a:srgbClr val="0A0A0B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712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0A0A0B">
                    <a:alpha val="5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起草初稿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2743200"/>
            <a:ext cx="3429000" cy="0"/>
          </a:xfrm>
          <a:prstGeom prst="line">
            <a:avLst/>
          </a:prstGeom>
          <a:noFill/>
          <a:ln w="12700">
            <a:solidFill>
              <a:srgbClr val="0A0A0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8712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0A0A0B">
                    <a:alpha val="5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Polish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3520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润色去 AI 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94192" y="2743200"/>
            <a:ext cx="3429000" cy="0"/>
          </a:xfrm>
          <a:prstGeom prst="line">
            <a:avLst/>
          </a:prstGeom>
          <a:noFill/>
          <a:ln w="12700">
            <a:solidFill>
              <a:srgbClr val="0A0A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8712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0A0A0B">
                    <a:alpha val="5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4192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Morph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94192" y="3520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改写成多平台版本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4160520"/>
            <a:ext cx="3429000" cy="0"/>
          </a:xfrm>
          <a:prstGeom prst="line">
            <a:avLst/>
          </a:prstGeom>
          <a:noFill/>
          <a:ln w="12700">
            <a:solidFill>
              <a:srgbClr val="0A0A0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8853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0A0A0B">
                    <a:alpha val="5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4599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Illustrate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49377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生成配图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53712" y="4160520"/>
            <a:ext cx="3429000" cy="0"/>
          </a:xfrm>
          <a:prstGeom prst="line">
            <a:avLst/>
          </a:prstGeom>
          <a:noFill/>
          <a:ln w="12700">
            <a:solidFill>
              <a:srgbClr val="0A0A0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428853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0A0A0B">
                    <a:alpha val="5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4599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Distribute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53712" y="49377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分发与复盘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B">
                <a:alpha val="2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B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电子杂志 × 电子墨水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杂志风 PPTX 样例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47472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1EF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691640"/>
            <a:ext cx="9326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1EF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技能变厚，组织变薄。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1EFEA">
                    <a:alpha val="7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Thin harness, fat skills.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F1EFEA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FEA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电子杂志 × 电子墨水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杂志风 PPTX 样例</dc:title>
  <dc:subject>电子杂志 × 电子墨水</dc:subject>
  <dc:creator>Presentation Team</dc:creator>
  <cp:lastModifiedBy>Presentation Team</cp:lastModifiedBy>
  <cp:revision>1</cp:revision>
  <dcterms:created xsi:type="dcterms:W3CDTF">2026-07-06T01:58:28Z</dcterms:created>
  <dcterms:modified xsi:type="dcterms:W3CDTF">2026-07-06T01:58:28Z</dcterms:modified>
</cp:coreProperties>
</file>